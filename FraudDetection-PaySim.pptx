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E2B3C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E2B3C"/>
                </a:solidFill>
                <a:latin typeface="Arial"/>
              </a:rPr>
              <a:t>Performance Metrics Comparison (%) — PaySim Fraud Detection Dataset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</c:v>
                </c:pt>
                <c:pt idx="1">
                  <c:v>84</c:v>
                </c:pt>
                <c:pt idx="2">
                  <c:v>55</c:v>
                </c:pt>
                <c:pt idx="3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99.9</c:v>
                </c:pt>
                <c:pt idx="1">
                  <c:v>81</c:v>
                </c:pt>
                <c:pt idx="2">
                  <c:v>82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4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2377440"/>
            <a:ext cx="3657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Decision Tree  |  PaySim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19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Roeun Oudom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Khon Kimly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Im Ratana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3154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Machine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MIS  |  BA: 21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Soklong Him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— Problem Statement &amp; Dataset Description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3977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04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43584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fraud is a rapidly growing threat in digital financial services, causing billions in losses globally each year.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imbalanced datasets (fraud &lt; 0.2%)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real-time, accurate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false negatives (missed fraud)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volumes in mobile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ML model best detects fraudulent mobile money transactions with high recall and F1-score?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1728" y="804672"/>
            <a:ext cx="4206240" cy="39776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804672"/>
            <a:ext cx="4206240" cy="384048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91456" y="1243584"/>
            <a:ext cx="4005072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Fraud Detection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amanalisiddiqui (PaySim Simulator)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~6.36 million rows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Period: </a:t>
            </a:r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steps (30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(0):  6,354,407  (99.87%)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(1):           8,213   (0.13%)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type, amount, nameOrig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oldbalanceOrg, newbalanceOrig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nameDest, oldbalanceDest, newbalanceDest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 (target), isFlaggedFraud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Insights — Key EDA Findings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20624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22960"/>
            <a:ext cx="4206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0.13% of 6.36M transactions are fraudulent (8,213 cases). Standard accuracy is misleading — a model predicting all-legitimate would score 99.87%. Recall and F1-Score are the critical metrics.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822960"/>
            <a:ext cx="420624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822960"/>
            <a:ext cx="4206240" cy="34747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Only in TRANSFER &amp; CASH_OUT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1225296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reveals fraud occurs exclusively in TRANSFER and CASH_OUT transaction types. PAYMENT, CASH_IN, and DEBIT have zero fraud cases — a key feature for model training and feature engineering.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697480"/>
            <a:ext cx="420624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697480"/>
            <a:ext cx="4206240" cy="34747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97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Anomalies Signal Fraud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099816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show distinctive patterns: origin balance drops to zero after transfer, while destination balance shows no increase (funds siphoned). This balance delta is a strong fraud indicator.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697480"/>
            <a:ext cx="420624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697480"/>
            <a:ext cx="4206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697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Feature Notes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3099816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the dataset. nameOrig/nameDest are raw identifiers with no predictive value alone. isFlaggedFraud only flags 16 cases (transfers &gt; 200,000) — nearly useless as a standalone detector.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572000"/>
            <a:ext cx="8631936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5811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Takeaway: Fraud is concentrated in TRANSFER &amp; CASH_OUT types. Balance anomalies are the strongest fraud signals — not transaction amount alone.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 — Algorithms Chosen &amp; Why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536192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(PaySim CSV)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0512" y="1161288"/>
            <a:ext cx="246888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841248"/>
            <a:ext cx="1536192" cy="640080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84124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93592" y="1161288"/>
            <a:ext cx="246888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841248"/>
            <a:ext cx="1536192" cy="640080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84124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76672" y="1161288"/>
            <a:ext cx="246888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841248"/>
            <a:ext cx="1536192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84124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9752" y="1161288"/>
            <a:ext cx="246888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841248"/>
            <a:ext cx="1536192" cy="640080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84124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Metrics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627632"/>
            <a:ext cx="4206240" cy="2907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627632"/>
            <a:ext cx="4206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627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2057400"/>
            <a:ext cx="39776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probability of fraud using a sigmoid function applied to a linear combination of features.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— suitable for large datasets (6M+ rows)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calibrated probability scores for thresholding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 for each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LogisticRegression(max_iter=1000)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1627632"/>
            <a:ext cx="4206240" cy="2907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1627632"/>
            <a:ext cx="4206240" cy="384048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627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91456" y="2057400"/>
            <a:ext cx="400507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partitions feature space using Gini impurity to create interpretable decision rules.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 (transaction type, balance drop)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required — robust to raw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visible, explainable decision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DecisionTreeClassifier(random_state=42)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Comparative Analysis — Side-by-Side Model Comparison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04672"/>
          <a:ext cx="8631936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048256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Imbalance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(bias to majority)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(w/o pruning)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Comparative Analysis — Performance Metrics Chart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04672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Accuracy is misleading for highly imbalanced datasets. Recall &amp; F1-Score on the fraud class are the decisive metrics for this project.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Conclusion — Best Model, Findings &amp; Challenges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  |  Group 19  |  MIS – BA21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8631936" cy="475488"/>
          </a:xfrm>
          <a:prstGeom prst="rect">
            <a:avLst/>
          </a:prstGeom>
          <a:solidFill>
            <a:srgbClr val="D4EFD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Decision Tree Classifier  |  Higher Recall (0.82) &amp; F1-Score (0.82) on the minority fraud class in the PaySim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062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89888"/>
            <a:ext cx="4206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396849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significantly outperformed Logistic Regression on fraud-specific metrics (Recall +27%, F1 +15%)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occurs exclusively in TRANSFER and CASH_OUT types — transaction type is the most discriminative feature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Regression's linear boundary fails to capture the non-linear fraud patterns in balance deltas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(~99%) is misleading — the severe imbalance (0.13% fraud) inflates this metric for both models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XGBoost + SMOTE oversampling could further improve recall on this dataset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681728" y="1389888"/>
            <a:ext cx="42062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389888"/>
            <a:ext cx="4206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1456" y="1828800"/>
            <a:ext cx="39867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 (0.13% fraud in 6.36M rows) makes standard accuracy unreliable and biases models toward the majority class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prone to overfitting without depth pruning — risks memorizing noise in training data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struggles with recall — misses over 45% of actual fraud cases on this dataset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 and nameDest features are raw identifiers that require graph-based or aggregation methods to extract meaningful signals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flags only 16 transactions — nearly useless as a feature or standalone detector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468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Using Machine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Dataset  |  Logistic Regression vs Decision Tree  |  Group 19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Soklong Him  |  Subject: Machine Learning  |  Major: MIS  |  BA: 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- ML Comparative Analysis</dc:title>
  <dc:subject>PptxGenJS Presentation</dc:subject>
  <dc:creator>PptxGenJS</dc:creator>
  <cp:lastModifiedBy>PptxGenJS</cp:lastModifiedBy>
  <cp:revision>1</cp:revision>
  <dcterms:created xsi:type="dcterms:W3CDTF">2026-04-18T16:21:41Z</dcterms:created>
  <dcterms:modified xsi:type="dcterms:W3CDTF">2026-04-18T16:21:41Z</dcterms:modified>
</cp:coreProperties>
</file>